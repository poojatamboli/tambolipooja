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266" r:id="rId6"/>
    <p:sldId id="270" r:id="rId7"/>
    <p:sldId id="269" r:id="rId8"/>
    <p:sldId id="263" r:id="rId9"/>
    <p:sldId id="264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6E7374-C051-4A24-8301-6641E08FB76E}">
          <p14:sldIdLst>
            <p14:sldId id="256"/>
            <p14:sldId id="257"/>
            <p14:sldId id="258"/>
            <p14:sldId id="271"/>
            <p14:sldId id="266"/>
            <p14:sldId id="270"/>
          </p14:sldIdLst>
        </p14:section>
        <p14:section name="Untitled Section" id="{84F4498C-2A0E-4166-BA83-ECE1CDF354C3}">
          <p14:sldIdLst>
            <p14:sldId id="269"/>
            <p14:sldId id="263"/>
            <p14:sldId id="264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B0788-96A2-49B0-8F9E-24C058D7790F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39387-2C6B-437B-AA38-21C006C05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1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39387-2C6B-437B-AA38-21C006C0505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2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Profit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7333"/>
            <a:ext cx="8229600" cy="1165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/>
              <a:t>Project Name:- </a:t>
            </a:r>
            <a:r>
              <a:rPr sz="1400" dirty="0" smtClean="0"/>
              <a:t>Data-Driven </a:t>
            </a:r>
            <a:r>
              <a:rPr sz="1400" dirty="0"/>
              <a:t>Insights for Startups</a:t>
            </a:r>
          </a:p>
          <a:p>
            <a:pPr marL="0" indent="0">
              <a:buNone/>
            </a:pPr>
            <a:r>
              <a:rPr sz="1400" dirty="0"/>
              <a:t>Prepared by</a:t>
            </a:r>
            <a:r>
              <a:rPr sz="1400" dirty="0" smtClean="0"/>
              <a:t>:</a:t>
            </a:r>
            <a:r>
              <a:rPr lang="en-US" sz="1400" dirty="0" smtClean="0"/>
              <a:t>-</a:t>
            </a:r>
            <a:r>
              <a:rPr sz="1400" dirty="0" smtClean="0"/>
              <a:t> </a:t>
            </a:r>
            <a:r>
              <a:rPr sz="1400" dirty="0"/>
              <a:t>Pooja Tamboli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56" y="1710183"/>
            <a:ext cx="5732585" cy="43836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62067" y="51065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9243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>
              <a:solidFill>
                <a:srgbClr val="FF0000"/>
              </a:solidFill>
            </a:endParaRPr>
          </a:p>
          <a:p>
            <a:r>
              <a:rPr dirty="0"/>
              <a:t>Objective: Analyze how R&amp;D, Marketing, and Administration spend affects Profit</a:t>
            </a:r>
          </a:p>
          <a:p>
            <a:r>
              <a:rPr dirty="0"/>
              <a:t>Data Source: Startup financial dataset</a:t>
            </a:r>
          </a:p>
          <a:p>
            <a:r>
              <a:rPr dirty="0"/>
              <a:t>Tools Used: Power BI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8129"/>
            <a:ext cx="8229600" cy="3643534"/>
          </a:xfrm>
        </p:spPr>
        <p:txBody>
          <a:bodyPr/>
          <a:lstStyle/>
          <a:p>
            <a:endParaRPr dirty="0"/>
          </a:p>
          <a:p>
            <a:r>
              <a:rPr dirty="0"/>
              <a:t>Total Profit across all startups: [Insert Value]</a:t>
            </a:r>
          </a:p>
          <a:p>
            <a:r>
              <a:rPr dirty="0"/>
              <a:t>Highest Profit by State: [Insert State]</a:t>
            </a:r>
          </a:p>
          <a:p>
            <a:r>
              <a:rPr dirty="0"/>
              <a:t>Major expense contributor: [R&amp;D / Marketing / Administration]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R&amp;D vs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Positive correlation observed between </a:t>
            </a:r>
            <a:r>
              <a:rPr lang="en-US" dirty="0" smtClean="0"/>
              <a:t>R&amp;D administration </a:t>
            </a:r>
            <a:r>
              <a:rPr lang="en-US" dirty="0"/>
              <a:t>Spend and Profit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Line chart demonstrates increasing profit with higher R&amp;D investment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151163"/>
            <a:ext cx="4038600" cy="344658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5092505" y="3151163"/>
            <a:ext cx="3594295" cy="2757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446586"/>
            <a:ext cx="3847514" cy="286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Marketing Spend vs Profit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" y="1812060"/>
            <a:ext cx="4040188" cy="48138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72297"/>
            <a:ext cx="4041775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All profit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57200" y="1172297"/>
            <a:ext cx="4040188" cy="639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Marketing spend shows moderate effect on Profit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811151" y="1812059"/>
            <a:ext cx="4332849" cy="48138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063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Administration vs Profit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Administration cost has minimal impact on Profit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" y="2292350"/>
            <a:ext cx="4040188" cy="400997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profit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45025" y="2292350"/>
            <a:ext cx="4041775" cy="40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1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Profit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  Highest </a:t>
            </a:r>
            <a:r>
              <a:rPr lang="en-IN" dirty="0"/>
              <a:t>Profit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    Lowest </a:t>
            </a:r>
            <a:r>
              <a:rPr lang="en-IN" dirty="0"/>
              <a:t>Profit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82018"/>
            <a:ext cx="3859238" cy="43187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729" y="2082018"/>
            <a:ext cx="4209750" cy="456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7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 smtClean="0"/>
          </a:p>
          <a:p>
            <a:pPr marL="0" indent="0">
              <a:buNone/>
            </a:pPr>
            <a:r>
              <a:rPr dirty="0" smtClean="0"/>
              <a:t>Increase </a:t>
            </a:r>
            <a:r>
              <a:rPr dirty="0"/>
              <a:t>R&amp;D investment for higher </a:t>
            </a:r>
            <a:r>
              <a:rPr dirty="0" smtClean="0"/>
              <a:t>profitability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dirty="0" smtClean="0"/>
              <a:t>Optimize Marketing expenses for maximum ROI</a:t>
            </a:r>
          </a:p>
          <a:p>
            <a:pPr marL="0" indent="0">
              <a:buNone/>
            </a:pPr>
            <a:r>
              <a:rPr dirty="0" smtClean="0"/>
              <a:t>Minimize </a:t>
            </a:r>
            <a:r>
              <a:rPr dirty="0"/>
              <a:t>unnecessary Administration costs</a:t>
            </a:r>
          </a:p>
          <a:p>
            <a:pPr marL="0" indent="0">
              <a:buNone/>
            </a:pPr>
            <a:r>
              <a:rPr dirty="0"/>
              <a:t>Focus expansion on high-profit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Data-driven insights help strategic decision making</a:t>
            </a:r>
          </a:p>
          <a:p>
            <a:pPr marL="0" indent="0">
              <a:buNone/>
            </a:pPr>
            <a:r>
              <a:rPr dirty="0"/>
              <a:t>Dashboard provides real-time monitoring of Profit drivers</a:t>
            </a:r>
          </a:p>
          <a:p>
            <a:pPr marL="0" indent="0">
              <a:buNone/>
            </a:pPr>
            <a:r>
              <a:rPr dirty="0"/>
              <a:t>Next Steps: Implement suggested strategies and track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504825"/>
            <a:ext cx="320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247650" y="874158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Pooja Tamboli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1" y="1243490"/>
            <a:ext cx="8364117" cy="54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178</Words>
  <Application>Microsoft Office PowerPoint</Application>
  <PresentationFormat>On-screen Show (4:3)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Bahnschrift SemiBold Condensed</vt:lpstr>
      <vt:lpstr>Calibri</vt:lpstr>
      <vt:lpstr>Office Theme</vt:lpstr>
      <vt:lpstr>Profit Analysis Dashboard</vt:lpstr>
      <vt:lpstr>Overview</vt:lpstr>
      <vt:lpstr>Key Insights</vt:lpstr>
      <vt:lpstr>R&amp;D vs Profit</vt:lpstr>
      <vt:lpstr>Marketing Spend vs Profit</vt:lpstr>
      <vt:lpstr>Administration vs Profit</vt:lpstr>
      <vt:lpstr>Profit by State</vt:lpstr>
      <vt:lpstr>Recommendations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 Analysis Dashboard</dc:title>
  <dc:subject/>
  <dc:creator>Pooja Tamboli</dc:creator>
  <cp:keywords/>
  <dc:description>generated using python-pptx</dc:description>
  <cp:lastModifiedBy>Pooja Tamboli</cp:lastModifiedBy>
  <cp:revision>16</cp:revision>
  <dcterms:created xsi:type="dcterms:W3CDTF">2013-01-27T09:14:16Z</dcterms:created>
  <dcterms:modified xsi:type="dcterms:W3CDTF">2025-10-10T03:48:36Z</dcterms:modified>
  <cp:category/>
</cp:coreProperties>
</file>